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23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presentation summarizes key patterns and insights using descriptive text.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Trend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Sales show a steady increase from January to June.</a:t>
            </a:r>
          </a:p>
          <a:p>
            <a:r>
              <a:t>• April and May demonstrate the strongest growth.</a:t>
            </a:r>
          </a:p>
          <a:p>
            <a:r>
              <a:t>• The pattern suggests rising demand in later months.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Consistent upward trend indicates strong market performance.</a:t>
            </a:r>
          </a:p>
          <a:p>
            <a:r>
              <a:t>• Monitoring mid-year spikes can help optimize inventory.</a:t>
            </a:r>
          </a:p>
          <a:p>
            <a:r>
              <a:t>• Sustained growth points toward effective customer engagement.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Sales by month</a:t>
            </a:r>
            <a:endParaRPr dirty="0"/>
          </a:p>
        </p:txBody>
      </p:sp>
      <p:pic>
        <p:nvPicPr>
          <p:cNvPr id="3" name="Picture 2" descr="sample_sale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63700"/>
            <a:ext cx="7315200" cy="53366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78</Words>
  <Application>Microsoft Office PowerPoint</Application>
  <PresentationFormat>On-screen Show (4:3)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Dashboard Summary</vt:lpstr>
      <vt:lpstr>Sales Trend Summary</vt:lpstr>
      <vt:lpstr>Key Insights</vt:lpstr>
      <vt:lpstr>Sales by month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Dashboard Summary</dc:title>
  <dc:subject/>
  <dc:creator>UPTEC</dc:creator>
  <cp:keywords/>
  <dc:description>generated using python-pptx</dc:description>
  <cp:lastModifiedBy>UPTEC</cp:lastModifiedBy>
  <cp:revision>2</cp:revision>
  <dcterms:created xsi:type="dcterms:W3CDTF">2013-01-27T09:14:16Z</dcterms:created>
  <dcterms:modified xsi:type="dcterms:W3CDTF">2025-11-28T09:46:21Z</dcterms:modified>
  <cp:category/>
</cp:coreProperties>
</file>